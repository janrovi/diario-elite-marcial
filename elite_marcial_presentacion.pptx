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8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731520"/>
            <a:ext cx="1280160" cy="12801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219456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 spc="800">
                <a:solidFill>
                  <a:srgbClr val="FFFFFF"/>
                </a:solidFill>
                <a:latin typeface="Calibri"/>
              </a:rPr>
              <a:t>ÉLITE MARCIAL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3520440"/>
            <a:ext cx="1097280" cy="36576"/>
          </a:xfrm>
          <a:prstGeom prst="rect">
            <a:avLst/>
          </a:prstGeom>
          <a:solidFill>
            <a:srgbClr val="E5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749039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66666"/>
                </a:solidFill>
                <a:latin typeface="Calibri"/>
              </a:rPr>
              <a:t>El diario de entrenamiento para las artes marciales hispanohablantes.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320040"/>
            <a:ext cx="457200" cy="25400"/>
          </a:xfrm>
          <a:prstGeom prst="rect">
            <a:avLst/>
          </a:prstGeom>
          <a:solidFill>
            <a:srgbClr val="E5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320040"/>
            <a:ext cx="25400" cy="457200"/>
          </a:xfrm>
          <a:prstGeom prst="rect">
            <a:avLst/>
          </a:prstGeom>
          <a:solidFill>
            <a:srgbClr val="E5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11712" y="6080760"/>
            <a:ext cx="457200" cy="25400"/>
          </a:xfrm>
          <a:prstGeom prst="rect">
            <a:avLst/>
          </a:prstGeom>
          <a:solidFill>
            <a:srgbClr val="E5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68912" y="5623560"/>
            <a:ext cx="25400" cy="457200"/>
          </a:xfrm>
          <a:prstGeom prst="rect">
            <a:avLst/>
          </a:prstGeom>
          <a:solidFill>
            <a:srgbClr val="E5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808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8686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¿Con qué tan cansado
estás durante los últimos
tres meses?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808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8686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¿Sabes realmente cuántas
técnicas has procesado
en un año?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808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8686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¿Recuerdas qué técnicas
trabajaste este
último mes?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808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 spc="500">
                <a:solidFill>
                  <a:srgbClr val="666666"/>
                </a:solidFill>
                <a:latin typeface="Calibri"/>
              </a:rPr>
              <a:t>// EL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  <a:latin typeface="Calibri"/>
              </a:rPr>
              <a:t>Lo que no registras,
no existe.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808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188720"/>
            <a:ext cx="3108960" cy="502920"/>
          </a:xfrm>
          <a:prstGeom prst="rect">
            <a:avLst/>
          </a:prstGeom>
          <a:noFill/>
          <a:ln w="12700">
            <a:solidFill>
              <a:srgbClr val="E5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216152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spc="400">
                <a:solidFill>
                  <a:srgbClr val="E52222"/>
                </a:solidFill>
                <a:latin typeface="Calibri"/>
              </a:rPr>
              <a:t>GRATIS PARA TODO ATLETA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  <a:latin typeface="Calibri"/>
              </a:rPr>
              <a:t>Creamos
Élite Marcial.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8463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666666"/>
                </a:solidFill>
                <a:latin typeface="Calibri"/>
              </a:rPr>
              <a:t>El primer diario de entrenamiento serio,
en español, para todo tipo de arte marcial.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 spc="500">
                <a:solidFill>
                  <a:srgbClr val="666666"/>
                </a:solidFill>
                <a:latin typeface="Calibri"/>
              </a:rPr>
              <a:t>// EL CONTEXTO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8229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La competencia existe.
Pero no está para todos.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926080"/>
            <a:ext cx="10515600" cy="127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15468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0392B"/>
                </a:solidFill>
                <a:latin typeface="Calibri"/>
              </a:rPr>
              <a:t>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31546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BBBBB"/>
                </a:solidFill>
                <a:latin typeface="Calibri"/>
              </a:rPr>
              <a:t>De pago desde el día uno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342900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Calibri"/>
              </a:rPr>
              <a:t>Barrera de entrada — el atleta no prueba, no adopta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97764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0392B"/>
                </a:solidFill>
                <a:latin typeface="Calibri"/>
              </a:rPr>
              <a:t>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9776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BBBBB"/>
                </a:solidFill>
                <a:latin typeface="Calibri"/>
              </a:rPr>
              <a:t>Especializada en un solo deporte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425196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Calibri"/>
              </a:rPr>
              <a:t>BJJ, boxeo o MMA por separado — el mundo marcial es más amplio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80060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0392B"/>
                </a:solidFill>
                <a:latin typeface="Calibri"/>
              </a:rPr>
              <a:t>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8006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BBBBB"/>
                </a:solidFill>
                <a:latin typeface="Calibri"/>
              </a:rPr>
              <a:t>En inglés, para otro mercado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07492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Calibri"/>
              </a:rPr>
              <a:t>Sin localización real para el hispanohablante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62356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0392B"/>
                </a:solidFill>
                <a:latin typeface="Calibri"/>
              </a:rPr>
              <a:t>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6235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BBBBB"/>
                </a:solidFill>
                <a:latin typeface="Calibri"/>
              </a:rPr>
              <a:t>Coach y atleta desconectados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589788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Calibri"/>
              </a:rPr>
              <a:t>WhatsApp, Excel y hojas sueltas — sin integración real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 spc="500">
                <a:solidFill>
                  <a:srgbClr val="E52222"/>
                </a:solidFill>
                <a:latin typeface="Calibri"/>
              </a:rPr>
              <a:t>// NUESTRA RESPUESTA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Nosotros lo resolvemos.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926080"/>
            <a:ext cx="10515600" cy="127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15468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52222"/>
                </a:solidFill>
                <a:latin typeface="Calibri"/>
              </a:rPr>
              <a:t>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31546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Gratis para el atleta, siempre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342900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Calibri"/>
              </a:rPr>
              <a:t>Sin límite de tiempo ni funciones — la adopción masiva es el 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97764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52222"/>
                </a:solidFill>
                <a:latin typeface="Calibri"/>
              </a:rPr>
              <a:t>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977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Todas las artes marciales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425196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Calibri"/>
              </a:rPr>
              <a:t>BJJ, MMA, Striking, Grappling, Prep. Física — un solo lugar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80060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52222"/>
                </a:solidFill>
                <a:latin typeface="Calibri"/>
              </a:rPr>
              <a:t>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800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En español, para nuestro mercado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07492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Calibri"/>
              </a:rPr>
              <a:t>Construido desde dentro del mundo marcial hispanohablante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62356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52222"/>
                </a:solidFill>
                <a:latin typeface="Calibri"/>
              </a:rPr>
              <a:t>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623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Coach y atleta en una sola plataforma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589788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Calibri"/>
              </a:rPr>
              <a:t>Datos en tiempo real, comunicación privada, todo centralizado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808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502920"/>
            <a:ext cx="3840480" cy="402336"/>
          </a:xfrm>
          <a:prstGeom prst="rect">
            <a:avLst/>
          </a:prstGeom>
          <a:noFill/>
          <a:ln w="10160">
            <a:solidFill>
              <a:srgbClr val="E5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" y="521207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spc="300">
                <a:solidFill>
                  <a:srgbClr val="E52222"/>
                </a:solidFill>
                <a:latin typeface="Calibri"/>
              </a:rPr>
              <a:t>PLAN ATLETA — GRATIS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0515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spc="300">
                <a:solidFill>
                  <a:srgbClr val="222222"/>
                </a:solidFill>
                <a:latin typeface="Calibri"/>
              </a:rPr>
              <a:t>FASE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5943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Para quien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5943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E52222"/>
                </a:solidFill>
                <a:latin typeface="Calibri"/>
              </a:rPr>
              <a:t>entrena.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788920"/>
            <a:ext cx="548640" cy="19050"/>
          </a:xfrm>
          <a:prstGeom prst="rect">
            <a:avLst/>
          </a:prstGeom>
          <a:solidFill>
            <a:srgbClr val="E5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971800"/>
            <a:ext cx="5943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666666"/>
                </a:solidFill>
                <a:latin typeface="Calibri"/>
              </a:rPr>
              <a:t>◆  Nueva sesión — disciplina, tipo, duración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74136"/>
            <a:ext cx="5943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666666"/>
                </a:solidFill>
                <a:latin typeface="Calibri"/>
              </a:rPr>
              <a:t>◆  Intensidad y fatiga — en cada entreno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776472"/>
            <a:ext cx="5943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666666"/>
                </a:solidFill>
                <a:latin typeface="Calibri"/>
              </a:rPr>
              <a:t>◆  Técnica del día — nunca se pierde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178808"/>
            <a:ext cx="5943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666666"/>
                </a:solidFill>
                <a:latin typeface="Calibri"/>
              </a:rPr>
              <a:t>◆  Lesiones — estado físico en tiempo real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581144"/>
            <a:ext cx="5943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666666"/>
                </a:solidFill>
                <a:latin typeface="Calibri"/>
              </a:rPr>
              <a:t>◆  Estadísticas — semana / mes / año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983480"/>
            <a:ext cx="5943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666666"/>
                </a:solidFill>
                <a:latin typeface="Calibri"/>
              </a:rPr>
              <a:t>◆  Plan gratuito — siempre, para siempre</a:t>
            </a:r>
          </a:p>
        </p:txBody>
      </p:sp>
      <p:pic>
        <p:nvPicPr>
          <p:cNvPr id="16" name="Picture 15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365760"/>
            <a:ext cx="4572000" cy="61264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808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502920"/>
            <a:ext cx="3840480" cy="402336"/>
          </a:xfrm>
          <a:prstGeom prst="rect">
            <a:avLst/>
          </a:prstGeom>
          <a:noFill/>
          <a:ln w="10160">
            <a:solidFill>
              <a:srgbClr val="7B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" y="521207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spc="300">
                <a:solidFill>
                  <a:srgbClr val="7B9FFF"/>
                </a:solidFill>
                <a:latin typeface="Calibri"/>
              </a:rPr>
              <a:t>PLAN COACH — MENSUAL / ANUAL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0515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spc="300">
                <a:solidFill>
                  <a:srgbClr val="222222"/>
                </a:solidFill>
                <a:latin typeface="Calibri"/>
              </a:rPr>
              <a:t>FASE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5943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Para quien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5943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7B9FFF"/>
                </a:solidFill>
                <a:latin typeface="Calibri"/>
              </a:rPr>
              <a:t>dirige.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788920"/>
            <a:ext cx="548640" cy="19050"/>
          </a:xfrm>
          <a:prstGeom prst="rect">
            <a:avLst/>
          </a:prstGeom>
          <a:solidFill>
            <a:srgbClr val="7B9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971800"/>
            <a:ext cx="5943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666666"/>
                </a:solidFill>
                <a:latin typeface="Calibri"/>
              </a:rPr>
              <a:t>◆  Panel de equipo — todo de un vistazo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74136"/>
            <a:ext cx="5943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666666"/>
                </a:solidFill>
                <a:latin typeface="Calibri"/>
              </a:rPr>
              <a:t>◆  Estado en tiempo real — fatigado, activo, lesionado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776472"/>
            <a:ext cx="5943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666666"/>
                </a:solidFill>
                <a:latin typeface="Calibri"/>
              </a:rPr>
              <a:t>◆  Estadísticas individuales — por atleta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178808"/>
            <a:ext cx="5943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666666"/>
                </a:solidFill>
                <a:latin typeface="Calibri"/>
              </a:rPr>
              <a:t>◆  Notas privadas — del coach por atleta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581144"/>
            <a:ext cx="5943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666666"/>
                </a:solidFill>
                <a:latin typeface="Calibri"/>
              </a:rPr>
              <a:t>◆  Agenda del equipo — y programación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983480"/>
            <a:ext cx="5943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666666"/>
                </a:solidFill>
                <a:latin typeface="Calibri"/>
              </a:rPr>
              <a:t>◆  Chat coach ↔ atleta — comunicación directa</a:t>
            </a:r>
          </a:p>
        </p:txBody>
      </p:sp>
      <p:pic>
        <p:nvPicPr>
          <p:cNvPr id="16" name="Picture 15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365760"/>
            <a:ext cx="4572000" cy="61264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808">
              <a:alpha val="8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 spc="500">
                <a:solidFill>
                  <a:srgbClr val="666666"/>
                </a:solidFill>
                <a:latin typeface="Calibri"/>
              </a:rPr>
              <a:t>SOLO 100 PLAZAS · EARLY BIRD · ACCESO DE POR VIDA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8229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600" b="1">
                <a:solidFill>
                  <a:srgbClr val="FFFFFF"/>
                </a:solidFill>
                <a:latin typeface="Calibri"/>
              </a:rPr>
              <a:t>Para quien llega </a:t>
            </a:r>
            <a:r>
              <a:rPr sz="4600" b="1">
                <a:solidFill>
                  <a:srgbClr val="E52222"/>
                </a:solidFill>
                <a:latin typeface="Calibri"/>
              </a:rPr>
              <a:t>primero.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8686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666666"/>
                </a:solidFill>
                <a:latin typeface="Calibri"/>
              </a:rPr>
              <a:t>La app tiene 3 meses y la está construyendo una sola persona.
La visión es enorme. El precio de entrada, ridículo comparado con lo que viene.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7492" y="3246120"/>
            <a:ext cx="2103120" cy="1417320"/>
          </a:xfrm>
          <a:prstGeom prst="rect">
            <a:avLst/>
          </a:prstGeom>
          <a:solidFill>
            <a:srgbClr val="0D0D0D"/>
          </a:solidFill>
          <a:ln w="635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" y="341071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" y="38404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Atletas ilimitados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" y="425196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Para siempre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75204" y="3246120"/>
            <a:ext cx="2103120" cy="1417320"/>
          </a:xfrm>
          <a:prstGeom prst="rect">
            <a:avLst/>
          </a:prstGeom>
          <a:solidFill>
            <a:srgbClr val="0D0D0D"/>
          </a:solidFill>
          <a:ln w="635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39796" y="341071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#1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39796" y="38404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Hablas con quien lo construye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39796" y="425196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Acceso directo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42916" y="3246120"/>
            <a:ext cx="2103120" cy="1417320"/>
          </a:xfrm>
          <a:prstGeom prst="rect">
            <a:avLst/>
          </a:prstGeom>
          <a:solidFill>
            <a:srgbClr val="0D0D0D"/>
          </a:solidFill>
          <a:ln w="635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07508" y="341071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07508" y="38404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Early access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07508" y="425196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Antes que nadie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0628" y="3246120"/>
            <a:ext cx="2103120" cy="1417320"/>
          </a:xfrm>
          <a:prstGeom prst="rect">
            <a:avLst/>
          </a:prstGeom>
          <a:solidFill>
            <a:srgbClr val="0D0D0D"/>
          </a:solidFill>
          <a:ln w="635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75220" y="341071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75220" y="38404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Onboarding personal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75220" y="425196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No eres un número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78340" y="3246120"/>
            <a:ext cx="2103120" cy="1417320"/>
          </a:xfrm>
          <a:prstGeom prst="rect">
            <a:avLst/>
          </a:prstGeom>
          <a:solidFill>
            <a:srgbClr val="0D0D0D"/>
          </a:solidFill>
          <a:ln w="635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42932" y="341071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42932" y="38404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En los créditos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42932" y="425196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Tu nombre, para siempre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84632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E52222"/>
                </a:solidFill>
                <a:latin typeface="Calibri"/>
              </a:rPr>
              <a:t>499€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5778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Calibri"/>
              </a:rPr>
              <a:t>Luego 999€  ·  Cierra a los 100 fundadores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5029200"/>
            <a:ext cx="6583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  <a:latin typeface="Calibri"/>
              </a:rPr>
              <a:t>Si tienes 20 alumnos, son 25€ por atleta para toda la vida.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5577840"/>
            <a:ext cx="6583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  <a:latin typeface="Calibri"/>
              </a:rPr>
              <a:t>La pregunta no es si vale — es si llegas primero o después.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 spc="500">
                <a:solidFill>
                  <a:srgbClr val="666666"/>
                </a:solidFill>
                <a:latin typeface="Calibri"/>
              </a:rPr>
              <a:t>//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7315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De cero a infraestructura de las artes marciales.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80467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 spc="100">
                <a:solidFill>
                  <a:srgbClr val="E52222"/>
                </a:solidFill>
                <a:latin typeface="Calibri"/>
              </a:rPr>
              <a:t>Atletas gratis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00032" y="8229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  <a:latin typeface="Calibri"/>
              </a:rPr>
              <a:t>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80467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 spc="100">
                <a:solidFill>
                  <a:srgbClr val="444444"/>
                </a:solidFill>
                <a:latin typeface="Calibri"/>
              </a:rPr>
              <a:t>Adopción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8229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  <a:latin typeface="Calibri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80467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 spc="100">
                <a:solidFill>
                  <a:srgbClr val="7B9FFF"/>
                </a:solidFill>
                <a:latin typeface="Calibri"/>
              </a:rPr>
              <a:t>Coaches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43232" y="8229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  <a:latin typeface="Calibri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0" y="80467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 spc="100">
                <a:solidFill>
                  <a:srgbClr val="E8820A"/>
                </a:solidFill>
                <a:latin typeface="Calibri"/>
              </a:rPr>
              <a:t>Ingresos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14832" y="8229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  <a:latin typeface="Calibri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0" y="80467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 spc="100">
                <a:solidFill>
                  <a:srgbClr val="444444"/>
                </a:solidFill>
                <a:latin typeface="Calibri"/>
              </a:rPr>
              <a:t>Mejoras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1691640"/>
            <a:ext cx="10725912" cy="127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389888" y="1627632"/>
            <a:ext cx="155448" cy="155448"/>
          </a:xfrm>
          <a:prstGeom prst="rect">
            <a:avLst/>
          </a:prstGeom>
          <a:solidFill>
            <a:srgbClr val="E5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41648" y="1627632"/>
            <a:ext cx="155448" cy="155448"/>
          </a:xfrm>
          <a:prstGeom prst="rect">
            <a:avLst/>
          </a:prstGeom>
          <a:solidFill>
            <a:srgbClr val="E5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647688" y="1627632"/>
            <a:ext cx="155448" cy="155448"/>
          </a:xfrm>
          <a:prstGeom prst="rect">
            <a:avLst/>
          </a:prstGeom>
          <a:solidFill>
            <a:srgbClr val="E88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45168" y="1627632"/>
            <a:ext cx="155448" cy="155448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1920240"/>
            <a:ext cx="2633472" cy="4709160"/>
          </a:xfrm>
          <a:prstGeom prst="rect">
            <a:avLst/>
          </a:prstGeom>
          <a:solidFill>
            <a:srgbClr val="0A0A0A"/>
          </a:solidFill>
          <a:ln w="635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1920240"/>
            <a:ext cx="2633472" cy="254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2103120"/>
            <a:ext cx="2450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 spc="200">
                <a:solidFill>
                  <a:srgbClr val="444444"/>
                </a:solidFill>
                <a:latin typeface="Calibri"/>
              </a:rPr>
              <a:t>✓ Completada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2423160"/>
            <a:ext cx="2450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spc="300">
                <a:solidFill>
                  <a:srgbClr val="222222"/>
                </a:solidFill>
                <a:latin typeface="Calibri"/>
              </a:rPr>
              <a:t>Fase 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2679192"/>
            <a:ext cx="24505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El Atleta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6112" y="3227832"/>
            <a:ext cx="365760" cy="127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3410712"/>
            <a:ext cx="24048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📓 Diario de sesiones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3803904"/>
            <a:ext cx="24048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⚡ Intensidad y fatiga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4197096"/>
            <a:ext cx="24048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🎯 Técnica del día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" y="4590288"/>
            <a:ext cx="24048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🩺 Control de lesiones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" y="4983480"/>
            <a:ext cx="24048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📊 Estadísticas personales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" y="5376672"/>
            <a:ext cx="24048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🆓 Plan gratuito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02152" y="1920240"/>
            <a:ext cx="2633472" cy="4709160"/>
          </a:xfrm>
          <a:prstGeom prst="rect">
            <a:avLst/>
          </a:prstGeom>
          <a:solidFill>
            <a:srgbClr val="0A0A0A"/>
          </a:solidFill>
          <a:ln w="635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502152" y="1920240"/>
            <a:ext cx="2633472" cy="254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66744" y="2103120"/>
            <a:ext cx="2450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 spc="200">
                <a:solidFill>
                  <a:srgbClr val="444444"/>
                </a:solidFill>
                <a:latin typeface="Calibri"/>
              </a:rPr>
              <a:t>✓ Completada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66744" y="2423160"/>
            <a:ext cx="2450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spc="300">
                <a:solidFill>
                  <a:srgbClr val="222222"/>
                </a:solidFill>
                <a:latin typeface="Calibri"/>
              </a:rPr>
              <a:t>Fase 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66744" y="2679192"/>
            <a:ext cx="24505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El Coach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66744" y="3227832"/>
            <a:ext cx="365760" cy="127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66744" y="3410712"/>
            <a:ext cx="24048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👥 Panel de equipo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66744" y="3803904"/>
            <a:ext cx="24048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🔴 Estado en tiempo real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66744" y="4197096"/>
            <a:ext cx="24048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📈 Estadísticas por atleta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66744" y="4590288"/>
            <a:ext cx="24048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📝 Notas privadas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66744" y="4983480"/>
            <a:ext cx="24048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📅 Agenda del equipo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66744" y="5376672"/>
            <a:ext cx="24048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Calibri"/>
              </a:rPr>
              <a:t>💬 Chat coach ↔ atleta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72784" y="1920240"/>
            <a:ext cx="2633472" cy="4709160"/>
          </a:xfrm>
          <a:prstGeom prst="rect">
            <a:avLst/>
          </a:prstGeom>
          <a:solidFill>
            <a:srgbClr val="0C0A06"/>
          </a:solidFill>
          <a:ln w="635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72784" y="1920240"/>
            <a:ext cx="2633472" cy="25400"/>
          </a:xfrm>
          <a:prstGeom prst="rect">
            <a:avLst/>
          </a:prstGeom>
          <a:solidFill>
            <a:srgbClr val="E882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37376" y="2103120"/>
            <a:ext cx="2450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 spc="200">
                <a:solidFill>
                  <a:srgbClr val="E8820A"/>
                </a:solidFill>
                <a:latin typeface="Calibri"/>
              </a:rPr>
              <a:t>◀ Ahora · 2026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37376" y="2423160"/>
            <a:ext cx="2450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spc="300">
                <a:solidFill>
                  <a:srgbClr val="222222"/>
                </a:solidFill>
                <a:latin typeface="Calibri"/>
              </a:rPr>
              <a:t>Fase 03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37376" y="2679192"/>
            <a:ext cx="24505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8820A"/>
                </a:solidFill>
                <a:latin typeface="Calibri"/>
              </a:rPr>
              <a:t>Expansión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37376" y="3227832"/>
            <a:ext cx="365760" cy="127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37376" y="3410712"/>
            <a:ext cx="24048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  <a:latin typeface="Calibri"/>
              </a:rPr>
              <a:t>🏫 Distribución en academias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37376" y="3803904"/>
            <a:ext cx="24048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  <a:latin typeface="Calibri"/>
              </a:rPr>
              <a:t>🔧 App mejorada con feedback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37376" y="4197096"/>
            <a:ext cx="24048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  <a:latin typeface="Calibri"/>
              </a:rPr>
              <a:t>🥊 Más deportes y disciplinas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37376" y="4590288"/>
            <a:ext cx="24048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  <a:latin typeface="Calibri"/>
              </a:rPr>
              <a:t>💶 Primeros ingresos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37376" y="4983480"/>
            <a:ext cx="24048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  <a:latin typeface="Calibri"/>
              </a:rPr>
              <a:t>🌎 Comunidad hispanohablante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37376" y="6126480"/>
            <a:ext cx="2304288" cy="127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37376" y="6190488"/>
            <a:ext cx="2359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 spc="200">
                <a:solidFill>
                  <a:srgbClr val="E8820A"/>
                </a:solidFill>
                <a:latin typeface="Calibri"/>
              </a:rPr>
              <a:t>Aquí es donde tú entras.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043416" y="1920240"/>
            <a:ext cx="2633472" cy="4709160"/>
          </a:xfrm>
          <a:prstGeom prst="rect">
            <a:avLst/>
          </a:prstGeom>
          <a:solidFill>
            <a:srgbClr val="090909"/>
          </a:solidFill>
          <a:ln w="635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043416" y="1920240"/>
            <a:ext cx="2633472" cy="254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208008" y="2103120"/>
            <a:ext cx="2450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 spc="200">
                <a:solidFill>
                  <a:srgbClr val="444444"/>
                </a:solidFill>
                <a:latin typeface="Calibri"/>
              </a:rPr>
              <a:t>○ Visión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208008" y="2423160"/>
            <a:ext cx="2450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spc="300">
                <a:solidFill>
                  <a:srgbClr val="222222"/>
                </a:solidFill>
                <a:latin typeface="Calibri"/>
              </a:rPr>
              <a:t>Fase 04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208008" y="2679192"/>
            <a:ext cx="24505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Ecosistema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208008" y="3227832"/>
            <a:ext cx="365760" cy="127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208008" y="3410712"/>
            <a:ext cx="24048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Calibri"/>
              </a:rPr>
              <a:t>🏆 Academias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208008" y="3803904"/>
            <a:ext cx="24048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Calibri"/>
              </a:rPr>
              <a:t>🧠 IA &amp; Análisis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208008" y="4197096"/>
            <a:ext cx="24048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Calibri"/>
              </a:rPr>
              <a:t>📱 App Nativa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208008" y="4590288"/>
            <a:ext cx="24048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Calibri"/>
              </a:rPr>
              <a:t>⚙️ Gestión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208008" y="4983480"/>
            <a:ext cx="24048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Calibri"/>
              </a:rPr>
              <a:t>🥋 Coach Pro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208008" y="5376672"/>
            <a:ext cx="24048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Calibri"/>
              </a:rPr>
              <a:t>💪 Prep. Física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808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8686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Calibri"/>
              </a:rPr>
              <a:t>Las artes marciales
merecen herramientas
a su altura.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5029200"/>
            <a:ext cx="1371600" cy="25400"/>
          </a:xfrm>
          <a:prstGeom prst="rect">
            <a:avLst/>
          </a:prstGeom>
          <a:solidFill>
            <a:srgbClr val="E5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21208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spc="600">
                <a:solidFill>
                  <a:srgbClr val="FFFFFF"/>
                </a:solidFill>
                <a:latin typeface="Calibri"/>
              </a:rPr>
              <a:t>ÉLITE MARCIAL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669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elitemarcial.com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